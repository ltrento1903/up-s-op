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D1D368-5D55-4F00-A809-C38E8FC9C1EB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214669-0FB4-49C1-92F8-88718023ED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4339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214669-0FB4-49C1-92F8-88718023ED8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5826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3C0A0D-586C-00EE-4002-A8D37D7C32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F4FA9C7-FA3F-4189-2FD6-99158F6FFD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02A0BC-A2D8-121D-1826-F2011F22C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05E28-3232-40B0-A7A1-C2FAA988D36C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5AE131-7CEA-4B83-DF5F-5AA9AECC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256ADD-FD59-9ED4-AB44-2161A565C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AB90D-FCC1-48DB-9D6A-83CBBF36C3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6066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384CAD-019E-637F-9F87-6F7054B61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2DE52E-8AE2-F749-8C01-309A3FC8B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639DD0-E19C-775A-3CEF-0D9FE02A7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05E28-3232-40B0-A7A1-C2FAA988D36C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0F663B-7A40-B979-7D14-F03578094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384F0E-7B0B-A6F6-EA6B-E907CD8A3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AB90D-FCC1-48DB-9D6A-83CBBF36C3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4668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6ABA03-100A-E4B1-5370-CBCC3647A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08C4E7D-2FFB-B0AB-6BCE-F33DDE8A86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BAB2C8-9FBC-601F-467B-22B0835E0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05E28-3232-40B0-A7A1-C2FAA988D36C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9DCF9D-B572-DFE9-6D17-BA59A24F3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E440F5C-86BE-5D6A-9A98-C5E8EF024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AB90D-FCC1-48DB-9D6A-83CBBF36C3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2594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3F4391-1D58-F974-B04B-A0B96F3F0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E9D645-08B8-7CDC-FB8D-628599C10D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3E3B5FB-4AF5-DECC-DE2A-DB3BE34E99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A64DE77-17DB-51FB-6CCC-14DC4D02C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05E28-3232-40B0-A7A1-C2FAA988D36C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57913E3-6762-E64E-ABD4-A10593BD0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74FFC73-0120-F19C-07B1-3A632909A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AB90D-FCC1-48DB-9D6A-83CBBF36C3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6189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E7F33C-E00A-8E58-C331-2FD21F140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D5C2CCD-C1BB-B15C-5421-F00332CEE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8D56BAF-692E-2192-6CB0-0D74C89A78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1DFDF34-71B5-02FD-EE82-3652B68CD1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8E13FE3-1340-1944-4E99-38E10A91A0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2C24641-3685-8B44-5913-5A8DBB661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05E28-3232-40B0-A7A1-C2FAA988D36C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4DA4596-1FCD-1C74-39D1-01950046E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B57DFC1-4BEE-8F84-5871-02FF85A99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AB90D-FCC1-48DB-9D6A-83CBBF36C3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9777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A6C415-D293-0BD2-D663-79C6AB97D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F28614B-50CF-96ED-A93E-5D16F49CA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05E28-3232-40B0-A7A1-C2FAA988D36C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10779AA-83D5-F8B4-3E13-7DC979F59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D723BB7-ACEC-D289-5DAA-C49505544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AB90D-FCC1-48DB-9D6A-83CBBF36C3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6783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DE03730-F219-C3D7-FE2C-39B0153E6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05E28-3232-40B0-A7A1-C2FAA988D36C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3F8D1D8-F836-23C2-9F2B-CF47A491B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F2E88A9-F7D1-BC9E-777A-2BC10C94E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AB90D-FCC1-48DB-9D6A-83CBBF36C3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4002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DC945D-2794-B324-8735-D83F21AB4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08800C-C082-B5E3-3750-3D58D942A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9D7F1EE-B3A3-ABF4-3373-006BB57D2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B3B58F0-D3D7-E371-1E4C-D2100750A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05E28-3232-40B0-A7A1-C2FAA988D36C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F1E12A6-E2AC-6C68-89C4-BE7691E50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5160064-8A1A-E2D0-13C2-69ABBF132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AB90D-FCC1-48DB-9D6A-83CBBF36C3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0203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4563B5-D6BD-AF98-3A96-CE26579EE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A0D19F9-5318-659E-A39E-109C39014E3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782367E-CAF5-AE91-7139-8DFED8BC07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940CBF0-CB77-98BF-2973-165268A9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05E28-3232-40B0-A7A1-C2FAA988D36C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3A1102-DD48-D8F6-B026-4658E9427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717EEF6-3BC3-E1F7-BA30-D83FDF45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AB90D-FCC1-48DB-9D6A-83CBBF36C3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7424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B3F230-4DD2-F0D3-3135-35F91EFC2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005FC32-8825-A70F-B22B-787FD9291C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720B182-A23F-EDF1-0972-D15B63F74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05E28-3232-40B0-A7A1-C2FAA988D36C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9E4A3A-21CD-9BF4-2E65-02E618BA0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49AC8F-61EC-6B27-18AD-06793698C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AB90D-FCC1-48DB-9D6A-83CBBF36C3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6711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2551D68-9397-B48E-7A30-42B5803441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EDD3C4D-A1A2-8165-F9A4-7545A10D84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2BF4F7-6A55-5CC1-D41B-DE1DFB738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05E28-3232-40B0-A7A1-C2FAA988D36C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B0FE22-B752-64C6-D972-1A2AB5E99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EB29C8-2ADE-9F1E-6A41-BF56BEF5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AB90D-FCC1-48DB-9D6A-83CBBF36C3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0506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F0A14F3-10A1-0073-6F5F-96084D573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A07C4C1-8509-612B-3CB4-972DC813D8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F4198B-F3BD-D168-22FE-3B7DB1AA2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B05E28-3232-40B0-A7A1-C2FAA988D36C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69D05F-922E-2051-6060-6C7F278D01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ACA6C81-A20A-57AD-D942-AAD22FDC78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5AB90D-FCC1-48DB-9D6A-83CBBF36C3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2015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35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37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39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41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43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6C7631E-4BCF-233E-D276-6C40BB6AF6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pt-BR" sz="4800">
                <a:solidFill>
                  <a:srgbClr val="FFFFFF"/>
                </a:solidFill>
              </a:rPr>
              <a:t>Decision Intelligence - Streamlit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59F0DDA3-3E93-0C31-78D3-7C40802C96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pt-BR">
                <a:solidFill>
                  <a:srgbClr val="FFFFFF"/>
                </a:solidFill>
              </a:rPr>
              <a:t>Análise de Cenários e Torneio de Modelos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270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F6A34DA-F269-49D9-6937-8BDF88934C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193" b="1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426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BDD8949-0A34-F4A6-4AB9-58E52E9413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193" b="1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702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98C2EDF-2E56-DF01-1B18-2FCC4B2074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717" b="-1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428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F34F5CC-422D-B053-99AE-992E72E886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193" b="1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393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47A2196-C4D0-CD9C-A92A-59F66DFDCB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66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1094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</Words>
  <Application>Microsoft Office PowerPoint</Application>
  <PresentationFormat>Widescreen</PresentationFormat>
  <Paragraphs>3</Paragraphs>
  <Slides>6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do Office</vt:lpstr>
      <vt:lpstr>Decision Intelligence - Streamlit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Luiz Trento</dc:creator>
  <cp:lastModifiedBy>Luiz Trento</cp:lastModifiedBy>
  <cp:revision>1</cp:revision>
  <dcterms:created xsi:type="dcterms:W3CDTF">2026-09-29T11:53:29Z</dcterms:created>
  <dcterms:modified xsi:type="dcterms:W3CDTF">2026-09-29T12:02:13Z</dcterms:modified>
</cp:coreProperties>
</file>